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73152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3400">
                <a:latin typeface="DejaVu Sans"/>
              </a:rPr>
              <a:t>Venue Agent: Room-Aware Repair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28800"/>
            <a:ext cx="10515600" cy="123444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1300">
                <a:latin typeface="DejaVu Sans"/>
              </a:rPr>
              <a:t>This primary body text is intentionally too small for the modeled farthest-viewer reference.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886200"/>
            <a:ext cx="9875520" cy="100584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1300">
                <a:latin typeface="DejaVu Sans"/>
              </a:rPr>
              <a:t>A second body region demonstrates a bounded multi-issue repair plan.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cture 1" descr="pi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914400"/>
            <a:ext cx="3657600" cy="2743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