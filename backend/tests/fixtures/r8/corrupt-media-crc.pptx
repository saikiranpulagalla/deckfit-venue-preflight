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Agent: Room-Aware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primary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A second body region demonstrates a bounded multi-issue repair plan.</a:t>
            </a:r>
          </a:p>
        </p:txBody>
      </p:sp>
      <p:pic>
        <p:nvPicPr>
          <p:cNvPr id="5" name="Picture 4" descr="small-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657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