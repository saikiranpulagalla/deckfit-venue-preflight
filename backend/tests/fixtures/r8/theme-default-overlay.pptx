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>
                <a:latin typeface="DejaVu Sans"/>
              </a:rPr>
              <a:t>MASK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