
<file path=[Content_Types].xml><?xml version="1.0"?><Types><BROKEN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