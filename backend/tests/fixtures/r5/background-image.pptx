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Agent: Room-Aware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primary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A second body region demonstrates a bounded multi-issue repair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