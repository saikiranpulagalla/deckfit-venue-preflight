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3400">
                <a:latin typeface="DejaVu Sans"/>
              </a:rPr>
              <a:t>Venue Agent: Room-Aware Repair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12344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This primary body text is intentionally too small for the modeled farthest-viewer 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886200"/>
            <a:ext cx="9875520" cy="10058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r>
              <a:rPr sz="1300">
                <a:latin typeface="DejaVu Sans"/>
              </a:rPr>
              <a:t>A second body region demonstrates a bounded multi-issue repair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764792"/>
            <a:ext cx="10698480" cy="1435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sz="3000">
                <a:solidFill>
                  <a:srgbClr val="FFFFFF"/>
                </a:solidFill>
                <a:latin typeface="DejaVu Sans"/>
              </a:rPr>
              <a:t>MASK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