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400">
                <a:latin typeface="DejaVu Sans"/>
              </a:rPr>
              <a:t>Venue Agent: Room-Aware Repair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515600" cy="12344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300">
                <a:latin typeface="DejaVu Sans"/>
              </a:rPr>
              <a:t>This primary body text is intentionally too small for the modeled farthest-viewer reference.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886200"/>
            <a:ext cx="9875520" cy="10058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300">
                <a:latin typeface="DejaVu Sans"/>
              </a:rPr>
              <a:t>A second body region demonstrates a bounded multi-issue repair plan.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Placeholder 2" descr="placeholder-image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7772400" cy="5029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800">
                <a:latin typeface="DejaVu Sans"/>
              </a:rPr>
              <a:t>First body line with short readable 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0"/>
            <a:ext cx="7772400" cy="5029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800">
                <a:latin typeface="DejaVu Sans"/>
              </a:rPr>
              <a:t>Second body text for back row evaluation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