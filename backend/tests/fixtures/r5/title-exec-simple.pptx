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69848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800">
                <a:latin typeface="DejaVu Sans"/>
              </a:rPr>
              <a:t>FY27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9848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Business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