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400">
                <a:latin typeface="DejaVu Sans"/>
              </a:rPr>
              <a:t>Venue Agent: Room-Aware Repair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515600" cy="12344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This primary body text is intentionally too small for the modeled farthest-viewer reference.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86200"/>
            <a:ext cx="9875520" cy="1005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A second body region demonstrates a bounded multi-issue repair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10241280" cy="1280160"/>
          </a:xfrm>
          <a:prstGeom prst="rect">
            <a:avLst/>
          </a:prstGeom>
          <a:noFill/>
          <a:ln w="127000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rPr sz="1800">
                <a:latin typeface="DejaVu Sans"/>
              </a:rPr>
              <a:t>FRAME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