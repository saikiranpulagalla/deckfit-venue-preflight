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7" name="Audit master graphic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MASTER_ONLY_SENTINEL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